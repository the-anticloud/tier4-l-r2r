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Cap Table — L R2R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 * Pre-Seed / Seed 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Liquidation Preference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*Preferred A (Seed):* 1x non-participating liquidation preference.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 a liquidation or acquisition, Preferred A investors receive their invested capital first ($2.5M), then convert to common for upside participation if conversion yields more.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Anti-dilution: Broad-based weighted average.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Valuation Basis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*Justification:* $12.5M pre-money is conservative vs. category comparables. Benchmarks exceed GPT-4 on TruthfulQA at 750x lower cost. Single founder with 50 published articles, Harvard Dataverse DOI 10.7910/DVN/YMJKOG, MITRE ATT&amp;CK 100/100.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Governance Rights (Seed Round)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Board seats: 1 Founder + 1 Lead Investor + 1 Independent (to be mutually agreed)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Protective provisions: Standard Preferred A (anti-dilution, pay-to-play, pro-rata rights)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Information rights: Monthly financials, quarterly board deck, annual audit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