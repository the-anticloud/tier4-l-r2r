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L_R2R</a:t>
            </a:r>
          </a:p>
          <a:p>
            <a:r>
              <a:t>Tier: TIER_4_INFERENCE_AGENTS</a:t>
            </a:r>
          </a:p>
          <a:p>
            <a:r>
              <a:t>Identity: Upstream SciPhi-AI/R2R @ 9c5a94d151f9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SciPhi-AI/R2R |</a:t>
            </a:r>
          </a:p>
          <a:p>
            <a:r>
              <a:t>| Commit | 9c5a94d151f90876bd7eb860f300a8fd662dc481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18.26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L_R2R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