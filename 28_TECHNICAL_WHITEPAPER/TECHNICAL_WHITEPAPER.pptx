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R2R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L_R2R</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L_R2R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L_R2R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L_R2R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L_R2R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L_R2R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L_R2R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